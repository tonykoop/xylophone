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A68"/>
                </a:solidFill>
              </a:defRPr>
            </a:pPr>
            <a:r>
              <a:t>Xylophone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Musical instrument documentation capstone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Build packet: xylophone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Generated: 2026-05-08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Project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Ship a parametric, validator-clean, public-readable Mode A build packet for</a:t>
            </a:r>
            <a:br/>
            <a:r>
              <a:t>a serious wooden tuned-bar idiophone — small enough to build in one shop</a:t>
            </a:r>
            <a:br/>
            <a:r>
              <a:t>session, honest enough about the physics that the predicted frequencies and</a:t>
            </a:r>
            <a:br/>
            <a:r>
              <a:t>the measured frequencies will disagree on first cut and the workflow can</a:t>
            </a:r>
            <a:br/>
            <a:r>
              <a:t>correct them, structured enough that a marimba follow-on can reuse the</a:t>
            </a:r>
            <a:br/>
            <a:r>
              <a:t>family table, the validation rows, the suspension geometry, the SolidWorks</a:t>
            </a:r>
            <a:br/>
            <a:r>
              <a:t>master-layout convention, and the empirical-correction guard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Physics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Free-free Euler-Bernoulli transverse beam vibration, first mode: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How To Use This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Start with design.md for intent and assumptions.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bom.csv, sourcing.csv, and cut-list.csv before buying or cutting.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drawing-brief.md and CAD/CNC folders before machining.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Print the packet for shopping, shop work,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File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design.md: Project intent, catalog metadata, assumptions, and validation plan.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bom.csv: Starter bill of materials with part categories, quantities, drawing refs, and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sourcing.csv: Supplier/search tracker with specs, price/date fields, lead time, substitutes, and risks.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cut-list.csv: Rough/final stock sizes, material, grain/orientation, operations, yield, and offcuts.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drawing-brief.md: Manufacturing drawing and technical product sketch brief.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assembly-manual.md: Shop-facing sequence, tools, fixtures, safety, tuning, finishing, and maintenance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validation.csv: Target/measured values, tolerance, environment, result, and tuning/build action log.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supplier-rfq.md: Supplier email/request-for-quote starter.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Family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4"/>
              </a:tblGrid>
              <a:tr h="15826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target_hz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bar_length_in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bar_width_in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bar_thickness_in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hole_pos_low_in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hole_pos_high_in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predicted_f1_hz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predicted_f1_source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wood_species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resonator_l_in_optional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mass_oz_est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523.25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16.683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523.25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C#5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554.37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16.208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3.631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12.578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554.37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4.86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9.16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D5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587.33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15.747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12.220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587.33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4.52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D#5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622.25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15.299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3.427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11.872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622.25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4.20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8.65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E5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659.26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14.863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11.534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659.26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698.46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14.440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3.235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11.205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698.46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3.60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8.16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14.029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10.886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G5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783.99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13.630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3.053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10.577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783.99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3.08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7.70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G#5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830.61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13.242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10.275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830.61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A5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880.00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12.865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2.882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9.983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880.00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2.61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7.27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A#5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932.33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12.498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932.33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987.77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12.143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2.720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9.423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987.77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2.19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6.86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1046.50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11.797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1046.50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C#6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1108.73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11.461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2.567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8.894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1108.73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1.81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6.48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D6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1174.66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11.135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1174.66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D#6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1244.51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10.818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2.423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8.395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1244.51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1.48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6.11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E6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1318.51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10.510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1318.51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1396.91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10.211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2.287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7.923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1396.91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1.19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5.77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1479.98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1479.98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G6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1567.98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9.638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2.159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7.479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1567.98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5.45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G#6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1661.22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1661.22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A6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1760.00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9.097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2.038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7.059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1760.00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5.14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A#6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1864.66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6.858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1864.66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826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1975.53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8.586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1.923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6.663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1975.53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4.85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15827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2093.00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6.473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2093.00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free-free Euler-Bernoulli f1=1.028(h/L^2)sqrt(E/rho); first-order; Padauk E=12.6GPa rho=745kg/m3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Padauk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4.71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solved L from target_hz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Build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 and assumptions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Source materials and hardware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Prepare stock, fixtures, and CNC/laser/lathe setup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Assemble, tune, finish, and 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Sourcing And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 gives part categories and drawing references.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 tracks search terms, supplier candidates, price/date, lead time, substitutions.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Visual BOM brief turns the parts list into a presentation-ready image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Shop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 list for lumber/sheet/blank planning.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 manual for away-from-keyboard work.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 sheet for measured dimensions, tuning, pass/fail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Drawings, CAD, CNC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 defines required views, dimensions, datums, sketch intent.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cad/ holds models and design tables.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cnc/ holds CAM, toolpaths, setup sheets, dry-run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drawings/ holds PDFs, SVGs, DXFs, drawing exports.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Images And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images/xylophone-hero-placeholder.svg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A4 = 440 Hz reference check.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Tuning targets logged in validation.csv.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Critical dimensions verified against design sheet and CAD.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Photos and revision notes after each major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Open Risks /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TBDs in design sheet and BOM.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 price/availability not yet verified.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Generated images marked as concept placeholders.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Empirical corrections await measured prototype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Replace TBDs with measured/source-backed values.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Verify live supplier price and availability before buying.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Export final drawings and visual BOM images.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Regenerate this deck and print packet after final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Xylophone Capstone  | 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